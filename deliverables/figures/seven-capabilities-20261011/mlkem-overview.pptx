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8"/>
  </p:normalViewPr>
  <p:slideViewPr>
    <p:cSldViewPr snapToGrid="0">
      <p:cViewPr varScale="1">
        <p:scale>
          <a:sx n="120" d="100"/>
          <a:sy n="120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C9091-93E3-D147-AEBE-7A0FBCFC8CB9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B4431-DD89-F749-A39A-ED4066DF70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17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B4431-DD89-F749-A39A-ED4066DF701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776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78A380-B23C-8A9D-614D-0BD6788BE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AB2BB8-7103-DA78-5399-B2DABD870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4CCB9-FE89-4BFB-998F-E81A88F7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FB517-B3D5-2BB5-9A90-3A49ED43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07CC81-1396-081F-6B57-92679650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312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5C8E7-131C-A27F-EFD4-412CFAE6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0F8EC7-17D2-B881-9D59-907852153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CA8504-8C41-3438-CC6F-EC61995ED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CE439F-1066-118C-8489-C4121E0B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E68152-7B0F-6464-8D02-FC6367FB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772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37829-6A51-C61C-EC95-C4979693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0FBA90-19A9-84BD-65B9-C353FB634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2AEE25-CB88-0C4D-DB90-6016ADD1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148842-AD00-BEF7-90ED-4E0A2D93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2BE5F1-8494-26A0-4309-C357B2BE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6032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BBA74-8F1F-4BA6-7D42-36715E7A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FF7FF7-1E04-0F4A-117B-C1BAB93CD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6591A8-6BD6-9253-22B5-4CF9924C0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7B5BAF-E99C-E587-2F75-B65A70C07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861AFF-3B82-A4FD-8AD0-A985EA65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90DCA0-E899-B621-5AB4-148145C99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247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70481-F3A8-91AD-6DD8-B98930F8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E3E584-9398-5729-A013-F1C333B4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7F3B42-36EC-2C28-F4F7-D03B6C96F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1D248F-467A-F132-4052-3966C76D3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A223A0-419D-2B48-BD7D-3956A09C6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1DDABD-E00A-00D3-5C57-C7FFBFC3A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09626A-5B22-3428-1C45-078BF561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FDFD06-E794-FBFF-29A6-26B2D58F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37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EEB75-B2FF-367F-5011-D0BD0230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CD56EC-EF08-459F-7B40-1508506F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A41972-17AE-A1CB-30F6-E6096224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2A3AF7-EAAA-F9C9-A6E8-9BE1DA9E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656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CD3DBF-6B27-DECE-4B9F-CD46DAAA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DC8C8A-4E73-4E35-0C3E-673D26C13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D28248-3688-8F8A-F73C-A12E3BC0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5505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A8140-E540-1AF4-274B-5A84F1F3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8CBA4-9380-0204-AA76-50F4B0BA0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EA75D0-0671-DA73-8F48-D978E13D6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C23D3B-E433-A76E-1F63-7C982CC8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BFCB49-1361-C027-3909-AFE107582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44CB5D-0CB2-AD77-9E5A-7B89860A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431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4FC3E-CE3B-327D-9134-7F63DC5D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5E5285-A4A2-A8BC-9342-D0302E7D6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2145AC-92A7-35B2-A3A2-B412533F8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135C08-9248-6AB9-7358-9592BF101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6223FC-F7FF-6B3A-039B-B4DF7B05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9F71B1-72EB-FD41-F8C5-7A319B5D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222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49C4F-002E-ECA2-23A0-12834F20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C76D8A-3E4B-6802-919A-FCE4BD770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A3054-8368-4B60-3B1C-31C632030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C64920-C5F7-C723-3B2F-D6B141B71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5A4973-F984-2FF5-512A-78AC1E71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459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1380C1-FD89-184E-8B36-91721AB82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76E377-D374-2904-D008-0C19A13FC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E4BAAF-163E-E5CC-CACC-65799FF6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0B6571-D18D-76FF-6530-6D44D3FD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424D4-ADE2-7B61-E565-B77B190E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786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265C01-7A9D-E594-8CF6-9E2264D8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4F0E4-462F-E604-1D13-9316D1D60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8BDEC3-7A6A-F428-1DC1-8ABD6E2D1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2DF12E-BEB6-B4FD-BB53-E4DF797DC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BD07E7-2056-8DDE-49FE-133727493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89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FDA1F7-BC02-BDE5-3EB3-3D13BC914EAE}"/>
              </a:ext>
            </a:extLst>
          </p:cNvPr>
          <p:cNvSpPr/>
          <p:nvPr/>
        </p:nvSpPr>
        <p:spPr>
          <a:xfrm>
            <a:off x="720000" y="1440000"/>
            <a:ext cx="2520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本地高精度计时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60C406-F772-F8EC-F836-5B43F8FF65C7}"/>
              </a:ext>
            </a:extLst>
          </p:cNvPr>
          <p:cNvSpPr/>
          <p:nvPr/>
        </p:nvSpPr>
        <p:spPr>
          <a:xfrm>
            <a:off x="3960000" y="1440000"/>
            <a:ext cx="2520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统计显著性分析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EC7775-BCEB-CB01-D515-D034086DC53A}"/>
              </a:ext>
            </a:extLst>
          </p:cNvPr>
          <p:cNvSpPr/>
          <p:nvPr/>
        </p:nvSpPr>
        <p:spPr>
          <a:xfrm>
            <a:off x="720000" y="2881424"/>
            <a:ext cx="2520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函数级插桩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8F3EB1-9E27-71B8-9FEA-33A04FED6020}"/>
              </a:ext>
            </a:extLst>
          </p:cNvPr>
          <p:cNvSpPr/>
          <p:nvPr/>
        </p:nvSpPr>
        <p:spPr>
          <a:xfrm>
            <a:off x="8280000" y="1440000"/>
            <a:ext cx="25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网络噪声环境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162794-B2E0-557F-B7CA-BECC6171201A}"/>
              </a:ext>
            </a:extLst>
          </p:cNvPr>
          <p:cNvSpPr/>
          <p:nvPr/>
        </p:nvSpPr>
        <p:spPr>
          <a:xfrm>
            <a:off x="3960000" y="2881423"/>
            <a:ext cx="2520000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自动化定位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90F125-4717-0B30-1F4E-BEA9077CC83A}"/>
              </a:ext>
            </a:extLst>
          </p:cNvPr>
          <p:cNvSpPr/>
          <p:nvPr/>
        </p:nvSpPr>
        <p:spPr>
          <a:xfrm>
            <a:off x="8280000" y="4320000"/>
            <a:ext cx="25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不同处理器平台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B77FF9F-DD98-1A42-3FB0-1D56FA317B16}"/>
              </a:ext>
            </a:extLst>
          </p:cNvPr>
          <p:cNvSpPr/>
          <p:nvPr/>
        </p:nvSpPr>
        <p:spPr>
          <a:xfrm>
            <a:off x="8280000" y="2884604"/>
            <a:ext cx="25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编译器优化影响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77F851-F877-16FA-D293-F444C6BA2776}"/>
              </a:ext>
            </a:extLst>
          </p:cNvPr>
          <p:cNvSpPr/>
          <p:nvPr/>
        </p:nvSpPr>
        <p:spPr>
          <a:xfrm>
            <a:off x="2700000" y="4320000"/>
            <a:ext cx="3600000" cy="72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常数时间防护与复测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8174E51-7454-568A-D0A1-0106942FC773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3240000" y="1800000"/>
            <a:ext cx="720000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5CBEC7D2-FD4B-ADC5-C40A-442AF1188968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3240000" y="3241423"/>
            <a:ext cx="720000" cy="1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93C09085-1B8A-9B54-24A3-F6E29E1D3A0E}"/>
              </a:ext>
            </a:extLst>
          </p:cNvPr>
          <p:cNvCxnSpPr>
            <a:stCxn id="16" idx="2"/>
            <a:endCxn id="19" idx="0"/>
          </p:cNvCxnSpPr>
          <p:nvPr/>
        </p:nvCxnSpPr>
        <p:spPr>
          <a:xfrm>
            <a:off x="5220000" y="2160000"/>
            <a:ext cx="0" cy="721423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89081E33-0F25-3E8E-433D-5DA0A198AEBB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1980000" y="2160000"/>
            <a:ext cx="0" cy="721424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0B077E1-1BBC-3730-F86E-FE6929C8C4D3}"/>
              </a:ext>
            </a:extLst>
          </p:cNvPr>
          <p:cNvCxnSpPr>
            <a:stCxn id="19" idx="2"/>
          </p:cNvCxnSpPr>
          <p:nvPr/>
        </p:nvCxnSpPr>
        <p:spPr>
          <a:xfrm>
            <a:off x="5220000" y="3601423"/>
            <a:ext cx="0" cy="718577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C86B044F-ED74-31C3-CD7F-7B379A6816D6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382772" y="4667693"/>
            <a:ext cx="2317228" cy="12307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50E9A671-FD88-698F-779F-5EBE699B9B7B}"/>
              </a:ext>
            </a:extLst>
          </p:cNvPr>
          <p:cNvCxnSpPr/>
          <p:nvPr/>
        </p:nvCxnSpPr>
        <p:spPr>
          <a:xfrm flipV="1">
            <a:off x="382772" y="1800000"/>
            <a:ext cx="0" cy="2867693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4145DAAA-C8BF-8A6E-89DF-DC9A9098B548}"/>
              </a:ext>
            </a:extLst>
          </p:cNvPr>
          <p:cNvCxnSpPr>
            <a:endCxn id="15" idx="1"/>
          </p:cNvCxnSpPr>
          <p:nvPr/>
        </p:nvCxnSpPr>
        <p:spPr>
          <a:xfrm>
            <a:off x="382772" y="1800000"/>
            <a:ext cx="337228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E568F301-EBB9-4C12-3E2C-EBDC7B8C193C}"/>
              </a:ext>
            </a:extLst>
          </p:cNvPr>
          <p:cNvCxnSpPr/>
          <p:nvPr/>
        </p:nvCxnSpPr>
        <p:spPr>
          <a:xfrm>
            <a:off x="7378995" y="1084521"/>
            <a:ext cx="0" cy="4306186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314B084-5E32-002F-4FF5-527F9CA680AE}"/>
              </a:ext>
            </a:extLst>
          </p:cNvPr>
          <p:cNvSpPr txBox="1"/>
          <p:nvPr/>
        </p:nvSpPr>
        <p:spPr>
          <a:xfrm>
            <a:off x="946298" y="680484"/>
            <a:ext cx="5353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ML-KEM-768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解封装</a:t>
            </a:r>
          </a:p>
          <a:p>
            <a:pPr algn="ctr"/>
            <a:endParaRPr kumimoji="1"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3F230EF-0260-CFA9-6BE9-CD069F1ADBEF}"/>
              </a:ext>
            </a:extLst>
          </p:cNvPr>
          <p:cNvSpPr txBox="1"/>
          <p:nvPr/>
        </p:nvSpPr>
        <p:spPr>
          <a:xfrm>
            <a:off x="8280000" y="680484"/>
            <a:ext cx="25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跨环境验证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DBE17AF-8599-6B76-D7DD-6739E09F06EA}"/>
              </a:ext>
            </a:extLst>
          </p:cNvPr>
          <p:cNvSpPr txBox="1"/>
          <p:nvPr/>
        </p:nvSpPr>
        <p:spPr>
          <a:xfrm>
            <a:off x="1477926" y="5390707"/>
            <a:ext cx="4518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(a)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检测与防护闭环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D910BAB-3D6D-9723-5247-FFC68672D822}"/>
              </a:ext>
            </a:extLst>
          </p:cNvPr>
          <p:cNvSpPr txBox="1"/>
          <p:nvPr/>
        </p:nvSpPr>
        <p:spPr>
          <a:xfrm>
            <a:off x="8280000" y="5390707"/>
            <a:ext cx="28735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(b)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稳定性与适用范围</a:t>
            </a:r>
          </a:p>
          <a:p>
            <a:pPr algn="ctr"/>
            <a:endParaRPr kumimoji="1"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946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50</Words>
  <Application>Microsoft Macintosh PowerPoint</Application>
  <PresentationFormat>宽屏</PresentationFormat>
  <Paragraphs>13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a62374</dc:creator>
  <cp:lastModifiedBy>a62374</cp:lastModifiedBy>
  <cp:revision>6</cp:revision>
  <dcterms:created xsi:type="dcterms:W3CDTF">2026-10-11T03:51:53Z</dcterms:created>
  <dcterms:modified xsi:type="dcterms:W3CDTF">2026-10-11T04:19:56Z</dcterms:modified>
</cp:coreProperties>
</file>
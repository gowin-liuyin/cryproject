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"/>
  </p:notesMasterIdLst>
  <p:sldIdLst>
    <p:sldId id="256" r:id="rId2"/>
  </p:sldIdLst>
  <p:sldSz cx="11160125" cy="52197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5"/>
    <p:restoredTop sz="94688"/>
  </p:normalViewPr>
  <p:slideViewPr>
    <p:cSldViewPr snapToGrid="0">
      <p:cViewPr varScale="1">
        <p:scale>
          <a:sx n="128" d="100"/>
          <a:sy n="128" d="100"/>
        </p:scale>
        <p:origin x="184" y="6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9C9091-93E3-D147-AEBE-7A0FBCFC8CB9}" type="datetimeFigureOut">
              <a:rPr kumimoji="1" lang="zh-CN" altLang="en-US" smtClean="0"/>
              <a:t>2026/10/11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0175" y="1143000"/>
            <a:ext cx="65976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AB4431-DD89-F749-A39A-ED4066DF701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81711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86201" rtl="0" eaLnBrk="1" latinLnBrk="0" hangingPunct="1">
      <a:defRPr sz="1032" kern="1200">
        <a:solidFill>
          <a:schemeClr val="tx1"/>
        </a:solidFill>
        <a:latin typeface="+mn-lt"/>
        <a:ea typeface="+mn-ea"/>
        <a:cs typeface="+mn-cs"/>
      </a:defRPr>
    </a:lvl1pPr>
    <a:lvl2pPr marL="393101" algn="l" defTabSz="786201" rtl="0" eaLnBrk="1" latinLnBrk="0" hangingPunct="1">
      <a:defRPr sz="1032" kern="1200">
        <a:solidFill>
          <a:schemeClr val="tx1"/>
        </a:solidFill>
        <a:latin typeface="+mn-lt"/>
        <a:ea typeface="+mn-ea"/>
        <a:cs typeface="+mn-cs"/>
      </a:defRPr>
    </a:lvl2pPr>
    <a:lvl3pPr marL="786201" algn="l" defTabSz="786201" rtl="0" eaLnBrk="1" latinLnBrk="0" hangingPunct="1">
      <a:defRPr sz="1032" kern="1200">
        <a:solidFill>
          <a:schemeClr val="tx1"/>
        </a:solidFill>
        <a:latin typeface="+mn-lt"/>
        <a:ea typeface="+mn-ea"/>
        <a:cs typeface="+mn-cs"/>
      </a:defRPr>
    </a:lvl3pPr>
    <a:lvl4pPr marL="1179302" algn="l" defTabSz="786201" rtl="0" eaLnBrk="1" latinLnBrk="0" hangingPunct="1">
      <a:defRPr sz="1032" kern="1200">
        <a:solidFill>
          <a:schemeClr val="tx1"/>
        </a:solidFill>
        <a:latin typeface="+mn-lt"/>
        <a:ea typeface="+mn-ea"/>
        <a:cs typeface="+mn-cs"/>
      </a:defRPr>
    </a:lvl4pPr>
    <a:lvl5pPr marL="1572402" algn="l" defTabSz="786201" rtl="0" eaLnBrk="1" latinLnBrk="0" hangingPunct="1">
      <a:defRPr sz="1032" kern="1200">
        <a:solidFill>
          <a:schemeClr val="tx1"/>
        </a:solidFill>
        <a:latin typeface="+mn-lt"/>
        <a:ea typeface="+mn-ea"/>
        <a:cs typeface="+mn-cs"/>
      </a:defRPr>
    </a:lvl5pPr>
    <a:lvl6pPr marL="1965503" algn="l" defTabSz="786201" rtl="0" eaLnBrk="1" latinLnBrk="0" hangingPunct="1">
      <a:defRPr sz="1032" kern="1200">
        <a:solidFill>
          <a:schemeClr val="tx1"/>
        </a:solidFill>
        <a:latin typeface="+mn-lt"/>
        <a:ea typeface="+mn-ea"/>
        <a:cs typeface="+mn-cs"/>
      </a:defRPr>
    </a:lvl6pPr>
    <a:lvl7pPr marL="2358603" algn="l" defTabSz="786201" rtl="0" eaLnBrk="1" latinLnBrk="0" hangingPunct="1">
      <a:defRPr sz="1032" kern="1200">
        <a:solidFill>
          <a:schemeClr val="tx1"/>
        </a:solidFill>
        <a:latin typeface="+mn-lt"/>
        <a:ea typeface="+mn-ea"/>
        <a:cs typeface="+mn-cs"/>
      </a:defRPr>
    </a:lvl7pPr>
    <a:lvl8pPr marL="2751704" algn="l" defTabSz="786201" rtl="0" eaLnBrk="1" latinLnBrk="0" hangingPunct="1">
      <a:defRPr sz="1032" kern="1200">
        <a:solidFill>
          <a:schemeClr val="tx1"/>
        </a:solidFill>
        <a:latin typeface="+mn-lt"/>
        <a:ea typeface="+mn-ea"/>
        <a:cs typeface="+mn-cs"/>
      </a:defRPr>
    </a:lvl8pPr>
    <a:lvl9pPr marL="3144804" algn="l" defTabSz="786201" rtl="0" eaLnBrk="1" latinLnBrk="0" hangingPunct="1">
      <a:defRPr sz="1032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0175" y="1143000"/>
            <a:ext cx="659765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AB4431-DD89-F749-A39A-ED4066DF7019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557762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95016" y="854243"/>
            <a:ext cx="8370094" cy="1817229"/>
          </a:xfrm>
        </p:spPr>
        <p:txBody>
          <a:bodyPr anchor="b"/>
          <a:lstStyle>
            <a:lvl1pPr algn="ctr">
              <a:defRPr sz="4567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95016" y="2741551"/>
            <a:ext cx="8370094" cy="1260219"/>
          </a:xfrm>
        </p:spPr>
        <p:txBody>
          <a:bodyPr/>
          <a:lstStyle>
            <a:lvl1pPr marL="0" indent="0" algn="ctr">
              <a:buNone/>
              <a:defRPr sz="1827"/>
            </a:lvl1pPr>
            <a:lvl2pPr marL="347975" indent="0" algn="ctr">
              <a:buNone/>
              <a:defRPr sz="1522"/>
            </a:lvl2pPr>
            <a:lvl3pPr marL="695950" indent="0" algn="ctr">
              <a:buNone/>
              <a:defRPr sz="1370"/>
            </a:lvl3pPr>
            <a:lvl4pPr marL="1043925" indent="0" algn="ctr">
              <a:buNone/>
              <a:defRPr sz="1218"/>
            </a:lvl4pPr>
            <a:lvl5pPr marL="1391900" indent="0" algn="ctr">
              <a:buNone/>
              <a:defRPr sz="1218"/>
            </a:lvl5pPr>
            <a:lvl6pPr marL="1739875" indent="0" algn="ctr">
              <a:buNone/>
              <a:defRPr sz="1218"/>
            </a:lvl6pPr>
            <a:lvl7pPr marL="2087850" indent="0" algn="ctr">
              <a:buNone/>
              <a:defRPr sz="1218"/>
            </a:lvl7pPr>
            <a:lvl8pPr marL="2435824" indent="0" algn="ctr">
              <a:buNone/>
              <a:defRPr sz="1218"/>
            </a:lvl8pPr>
            <a:lvl9pPr marL="2783799" indent="0" algn="ctr">
              <a:buNone/>
              <a:defRPr sz="1218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128B0-1789-D640-8A85-0C753F34CDB2}" type="datetimeFigureOut">
              <a:rPr kumimoji="1" lang="zh-CN" altLang="en-US" smtClean="0"/>
              <a:t>2026/10/11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DE8FE-9200-6147-8BE0-C08ACE24367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312026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128B0-1789-D640-8A85-0C753F34CDB2}" type="datetimeFigureOut">
              <a:rPr kumimoji="1" lang="zh-CN" altLang="en-US" smtClean="0"/>
              <a:t>2026/10/11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DE8FE-9200-6147-8BE0-C08ACE24367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313596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1446" y="1301301"/>
            <a:ext cx="9625608" cy="2171250"/>
          </a:xfrm>
        </p:spPr>
        <p:txBody>
          <a:bodyPr anchor="b"/>
          <a:lstStyle>
            <a:lvl1pPr>
              <a:defRPr sz="4567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1446" y="3493092"/>
            <a:ext cx="9625608" cy="1141809"/>
          </a:xfrm>
        </p:spPr>
        <p:txBody>
          <a:bodyPr/>
          <a:lstStyle>
            <a:lvl1pPr marL="0" indent="0">
              <a:buNone/>
              <a:defRPr sz="1827">
                <a:solidFill>
                  <a:schemeClr val="tx1">
                    <a:tint val="82000"/>
                  </a:schemeClr>
                </a:solidFill>
              </a:defRPr>
            </a:lvl1pPr>
            <a:lvl2pPr marL="347975" indent="0">
              <a:buNone/>
              <a:defRPr sz="1522">
                <a:solidFill>
                  <a:schemeClr val="tx1">
                    <a:tint val="82000"/>
                  </a:schemeClr>
                </a:solidFill>
              </a:defRPr>
            </a:lvl2pPr>
            <a:lvl3pPr marL="695950" indent="0">
              <a:buNone/>
              <a:defRPr sz="1370">
                <a:solidFill>
                  <a:schemeClr val="tx1">
                    <a:tint val="82000"/>
                  </a:schemeClr>
                </a:solidFill>
              </a:defRPr>
            </a:lvl3pPr>
            <a:lvl4pPr marL="1043925" indent="0">
              <a:buNone/>
              <a:defRPr sz="1218">
                <a:solidFill>
                  <a:schemeClr val="tx1">
                    <a:tint val="82000"/>
                  </a:schemeClr>
                </a:solidFill>
              </a:defRPr>
            </a:lvl4pPr>
            <a:lvl5pPr marL="1391900" indent="0">
              <a:buNone/>
              <a:defRPr sz="1218">
                <a:solidFill>
                  <a:schemeClr val="tx1">
                    <a:tint val="82000"/>
                  </a:schemeClr>
                </a:solidFill>
              </a:defRPr>
            </a:lvl5pPr>
            <a:lvl6pPr marL="1739875" indent="0">
              <a:buNone/>
              <a:defRPr sz="1218">
                <a:solidFill>
                  <a:schemeClr val="tx1">
                    <a:tint val="82000"/>
                  </a:schemeClr>
                </a:solidFill>
              </a:defRPr>
            </a:lvl6pPr>
            <a:lvl7pPr marL="2087850" indent="0">
              <a:buNone/>
              <a:defRPr sz="1218">
                <a:solidFill>
                  <a:schemeClr val="tx1">
                    <a:tint val="82000"/>
                  </a:schemeClr>
                </a:solidFill>
              </a:defRPr>
            </a:lvl7pPr>
            <a:lvl8pPr marL="2435824" indent="0">
              <a:buNone/>
              <a:defRPr sz="1218">
                <a:solidFill>
                  <a:schemeClr val="tx1">
                    <a:tint val="82000"/>
                  </a:schemeClr>
                </a:solidFill>
              </a:defRPr>
            </a:lvl8pPr>
            <a:lvl9pPr marL="2783799" indent="0">
              <a:buNone/>
              <a:defRPr sz="1218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128B0-1789-D640-8A85-0C753F34CDB2}" type="datetimeFigureOut">
              <a:rPr kumimoji="1" lang="zh-CN" altLang="en-US" smtClean="0"/>
              <a:t>2026/10/11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DE8FE-9200-6147-8BE0-C08ACE24367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27158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7259" y="1389503"/>
            <a:ext cx="4743053" cy="331185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49813" y="1389503"/>
            <a:ext cx="4743053" cy="331185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128B0-1789-D640-8A85-0C753F34CDB2}" type="datetimeFigureOut">
              <a:rPr kumimoji="1" lang="zh-CN" altLang="en-US" smtClean="0"/>
              <a:t>2026/10/11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DE8FE-9200-6147-8BE0-C08ACE24367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875076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712" y="277901"/>
            <a:ext cx="9625608" cy="100890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712" y="1279552"/>
            <a:ext cx="4721256" cy="627089"/>
          </a:xfrm>
        </p:spPr>
        <p:txBody>
          <a:bodyPr anchor="b"/>
          <a:lstStyle>
            <a:lvl1pPr marL="0" indent="0">
              <a:buNone/>
              <a:defRPr sz="1827" b="1"/>
            </a:lvl1pPr>
            <a:lvl2pPr marL="347975" indent="0">
              <a:buNone/>
              <a:defRPr sz="1522" b="1"/>
            </a:lvl2pPr>
            <a:lvl3pPr marL="695950" indent="0">
              <a:buNone/>
              <a:defRPr sz="1370" b="1"/>
            </a:lvl3pPr>
            <a:lvl4pPr marL="1043925" indent="0">
              <a:buNone/>
              <a:defRPr sz="1218" b="1"/>
            </a:lvl4pPr>
            <a:lvl5pPr marL="1391900" indent="0">
              <a:buNone/>
              <a:defRPr sz="1218" b="1"/>
            </a:lvl5pPr>
            <a:lvl6pPr marL="1739875" indent="0">
              <a:buNone/>
              <a:defRPr sz="1218" b="1"/>
            </a:lvl6pPr>
            <a:lvl7pPr marL="2087850" indent="0">
              <a:buNone/>
              <a:defRPr sz="1218" b="1"/>
            </a:lvl7pPr>
            <a:lvl8pPr marL="2435824" indent="0">
              <a:buNone/>
              <a:defRPr sz="1218" b="1"/>
            </a:lvl8pPr>
            <a:lvl9pPr marL="2783799" indent="0">
              <a:buNone/>
              <a:defRPr sz="1218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712" y="1906640"/>
            <a:ext cx="4721256" cy="280438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49813" y="1279552"/>
            <a:ext cx="4744507" cy="627089"/>
          </a:xfrm>
        </p:spPr>
        <p:txBody>
          <a:bodyPr anchor="b"/>
          <a:lstStyle>
            <a:lvl1pPr marL="0" indent="0">
              <a:buNone/>
              <a:defRPr sz="1827" b="1"/>
            </a:lvl1pPr>
            <a:lvl2pPr marL="347975" indent="0">
              <a:buNone/>
              <a:defRPr sz="1522" b="1"/>
            </a:lvl2pPr>
            <a:lvl3pPr marL="695950" indent="0">
              <a:buNone/>
              <a:defRPr sz="1370" b="1"/>
            </a:lvl3pPr>
            <a:lvl4pPr marL="1043925" indent="0">
              <a:buNone/>
              <a:defRPr sz="1218" b="1"/>
            </a:lvl4pPr>
            <a:lvl5pPr marL="1391900" indent="0">
              <a:buNone/>
              <a:defRPr sz="1218" b="1"/>
            </a:lvl5pPr>
            <a:lvl6pPr marL="1739875" indent="0">
              <a:buNone/>
              <a:defRPr sz="1218" b="1"/>
            </a:lvl6pPr>
            <a:lvl7pPr marL="2087850" indent="0">
              <a:buNone/>
              <a:defRPr sz="1218" b="1"/>
            </a:lvl7pPr>
            <a:lvl8pPr marL="2435824" indent="0">
              <a:buNone/>
              <a:defRPr sz="1218" b="1"/>
            </a:lvl8pPr>
            <a:lvl9pPr marL="2783799" indent="0">
              <a:buNone/>
              <a:defRPr sz="1218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49813" y="1906640"/>
            <a:ext cx="4744507" cy="280438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128B0-1789-D640-8A85-0C753F34CDB2}" type="datetimeFigureOut">
              <a:rPr kumimoji="1" lang="zh-CN" altLang="en-US" smtClean="0"/>
              <a:t>2026/10/11</a:t>
            </a:fld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DE8FE-9200-6147-8BE0-C08ACE24367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547823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128B0-1789-D640-8A85-0C753F34CDB2}" type="datetimeFigureOut">
              <a:rPr kumimoji="1" lang="zh-CN" altLang="en-US" smtClean="0"/>
              <a:t>2026/10/11</a:t>
            </a:fld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DE8FE-9200-6147-8BE0-C08ACE24367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431901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128B0-1789-D640-8A85-0C753F34CDB2}" type="datetimeFigureOut">
              <a:rPr kumimoji="1" lang="zh-CN" altLang="en-US" smtClean="0"/>
              <a:t>2026/10/11</a:t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DE8FE-9200-6147-8BE0-C08ACE24367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116247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713" y="347980"/>
            <a:ext cx="3599430" cy="1217930"/>
          </a:xfrm>
        </p:spPr>
        <p:txBody>
          <a:bodyPr anchor="b"/>
          <a:lstStyle>
            <a:lvl1pPr>
              <a:defRPr sz="2436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4507" y="751541"/>
            <a:ext cx="5649813" cy="3709370"/>
          </a:xfrm>
        </p:spPr>
        <p:txBody>
          <a:bodyPr/>
          <a:lstStyle>
            <a:lvl1pPr>
              <a:defRPr sz="2436"/>
            </a:lvl1pPr>
            <a:lvl2pPr>
              <a:defRPr sz="2131"/>
            </a:lvl2pPr>
            <a:lvl3pPr>
              <a:defRPr sz="1827"/>
            </a:lvl3pPr>
            <a:lvl4pPr>
              <a:defRPr sz="1522"/>
            </a:lvl4pPr>
            <a:lvl5pPr>
              <a:defRPr sz="1522"/>
            </a:lvl5pPr>
            <a:lvl6pPr>
              <a:defRPr sz="1522"/>
            </a:lvl6pPr>
            <a:lvl7pPr>
              <a:defRPr sz="1522"/>
            </a:lvl7pPr>
            <a:lvl8pPr>
              <a:defRPr sz="1522"/>
            </a:lvl8pPr>
            <a:lvl9pPr>
              <a:defRPr sz="1522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713" y="1565910"/>
            <a:ext cx="3599430" cy="2901042"/>
          </a:xfrm>
        </p:spPr>
        <p:txBody>
          <a:bodyPr/>
          <a:lstStyle>
            <a:lvl1pPr marL="0" indent="0">
              <a:buNone/>
              <a:defRPr sz="1218"/>
            </a:lvl1pPr>
            <a:lvl2pPr marL="347975" indent="0">
              <a:buNone/>
              <a:defRPr sz="1066"/>
            </a:lvl2pPr>
            <a:lvl3pPr marL="695950" indent="0">
              <a:buNone/>
              <a:defRPr sz="913"/>
            </a:lvl3pPr>
            <a:lvl4pPr marL="1043925" indent="0">
              <a:buNone/>
              <a:defRPr sz="761"/>
            </a:lvl4pPr>
            <a:lvl5pPr marL="1391900" indent="0">
              <a:buNone/>
              <a:defRPr sz="761"/>
            </a:lvl5pPr>
            <a:lvl6pPr marL="1739875" indent="0">
              <a:buNone/>
              <a:defRPr sz="761"/>
            </a:lvl6pPr>
            <a:lvl7pPr marL="2087850" indent="0">
              <a:buNone/>
              <a:defRPr sz="761"/>
            </a:lvl7pPr>
            <a:lvl8pPr marL="2435824" indent="0">
              <a:buNone/>
              <a:defRPr sz="761"/>
            </a:lvl8pPr>
            <a:lvl9pPr marL="2783799" indent="0">
              <a:buNone/>
              <a:defRPr sz="76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128B0-1789-D640-8A85-0C753F34CDB2}" type="datetimeFigureOut">
              <a:rPr kumimoji="1" lang="zh-CN" altLang="en-US" smtClean="0"/>
              <a:t>2026/10/11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DE8FE-9200-6147-8BE0-C08ACE24367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763763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713" y="347980"/>
            <a:ext cx="3599430" cy="1217930"/>
          </a:xfrm>
        </p:spPr>
        <p:txBody>
          <a:bodyPr anchor="b"/>
          <a:lstStyle>
            <a:lvl1pPr>
              <a:defRPr sz="2436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44507" y="751541"/>
            <a:ext cx="5649813" cy="3709370"/>
          </a:xfrm>
        </p:spPr>
        <p:txBody>
          <a:bodyPr anchor="t"/>
          <a:lstStyle>
            <a:lvl1pPr marL="0" indent="0">
              <a:buNone/>
              <a:defRPr sz="2436"/>
            </a:lvl1pPr>
            <a:lvl2pPr marL="347975" indent="0">
              <a:buNone/>
              <a:defRPr sz="2131"/>
            </a:lvl2pPr>
            <a:lvl3pPr marL="695950" indent="0">
              <a:buNone/>
              <a:defRPr sz="1827"/>
            </a:lvl3pPr>
            <a:lvl4pPr marL="1043925" indent="0">
              <a:buNone/>
              <a:defRPr sz="1522"/>
            </a:lvl4pPr>
            <a:lvl5pPr marL="1391900" indent="0">
              <a:buNone/>
              <a:defRPr sz="1522"/>
            </a:lvl5pPr>
            <a:lvl6pPr marL="1739875" indent="0">
              <a:buNone/>
              <a:defRPr sz="1522"/>
            </a:lvl6pPr>
            <a:lvl7pPr marL="2087850" indent="0">
              <a:buNone/>
              <a:defRPr sz="1522"/>
            </a:lvl7pPr>
            <a:lvl8pPr marL="2435824" indent="0">
              <a:buNone/>
              <a:defRPr sz="1522"/>
            </a:lvl8pPr>
            <a:lvl9pPr marL="2783799" indent="0">
              <a:buNone/>
              <a:defRPr sz="1522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713" y="1565910"/>
            <a:ext cx="3599430" cy="2901042"/>
          </a:xfrm>
        </p:spPr>
        <p:txBody>
          <a:bodyPr/>
          <a:lstStyle>
            <a:lvl1pPr marL="0" indent="0">
              <a:buNone/>
              <a:defRPr sz="1218"/>
            </a:lvl1pPr>
            <a:lvl2pPr marL="347975" indent="0">
              <a:buNone/>
              <a:defRPr sz="1066"/>
            </a:lvl2pPr>
            <a:lvl3pPr marL="695950" indent="0">
              <a:buNone/>
              <a:defRPr sz="913"/>
            </a:lvl3pPr>
            <a:lvl4pPr marL="1043925" indent="0">
              <a:buNone/>
              <a:defRPr sz="761"/>
            </a:lvl4pPr>
            <a:lvl5pPr marL="1391900" indent="0">
              <a:buNone/>
              <a:defRPr sz="761"/>
            </a:lvl5pPr>
            <a:lvl6pPr marL="1739875" indent="0">
              <a:buNone/>
              <a:defRPr sz="761"/>
            </a:lvl6pPr>
            <a:lvl7pPr marL="2087850" indent="0">
              <a:buNone/>
              <a:defRPr sz="761"/>
            </a:lvl7pPr>
            <a:lvl8pPr marL="2435824" indent="0">
              <a:buNone/>
              <a:defRPr sz="761"/>
            </a:lvl8pPr>
            <a:lvl9pPr marL="2783799" indent="0">
              <a:buNone/>
              <a:defRPr sz="76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128B0-1789-D640-8A85-0C753F34CDB2}" type="datetimeFigureOut">
              <a:rPr kumimoji="1" lang="zh-CN" altLang="en-US" smtClean="0"/>
              <a:t>2026/10/11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DE8FE-9200-6147-8BE0-C08ACE24367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578085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128B0-1789-D640-8A85-0C753F34CDB2}" type="datetimeFigureOut">
              <a:rPr kumimoji="1" lang="zh-CN" altLang="en-US" smtClean="0"/>
              <a:t>2026/10/11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DE8FE-9200-6147-8BE0-C08ACE24367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115391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86464" y="277901"/>
            <a:ext cx="2406402" cy="4423454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7259" y="277901"/>
            <a:ext cx="7079704" cy="4423454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128B0-1789-D640-8A85-0C753F34CDB2}" type="datetimeFigureOut">
              <a:rPr kumimoji="1" lang="zh-CN" altLang="en-US" smtClean="0"/>
              <a:t>2026/10/11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2DE8FE-9200-6147-8BE0-C08ACE24367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3549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7259" y="277901"/>
            <a:ext cx="9625608" cy="10089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7259" y="1389503"/>
            <a:ext cx="9625608" cy="33118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259" y="4837889"/>
            <a:ext cx="2511028" cy="2779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1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1128B0-1789-D640-8A85-0C753F34CDB2}" type="datetimeFigureOut">
              <a:rPr kumimoji="1" lang="zh-CN" altLang="en-US" smtClean="0"/>
              <a:t>2026/10/11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96792" y="4837889"/>
            <a:ext cx="3766542" cy="2779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1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1838" y="4837889"/>
            <a:ext cx="2511028" cy="2779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1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2DE8FE-9200-6147-8BE0-C08ACE243678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229811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95950" rtl="0" eaLnBrk="1" latinLnBrk="0" hangingPunct="1">
        <a:lnSpc>
          <a:spcPct val="90000"/>
        </a:lnSpc>
        <a:spcBef>
          <a:spcPct val="0"/>
        </a:spcBef>
        <a:buNone/>
        <a:defRPr sz="334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3987" indent="-173987" algn="l" defTabSz="695950" rtl="0" eaLnBrk="1" latinLnBrk="0" hangingPunct="1">
        <a:lnSpc>
          <a:spcPct val="90000"/>
        </a:lnSpc>
        <a:spcBef>
          <a:spcPts val="761"/>
        </a:spcBef>
        <a:buFont typeface="Arial" panose="020B0604020202020204" pitchFamily="34" charset="0"/>
        <a:buChar char="•"/>
        <a:defRPr sz="2131" kern="1200">
          <a:solidFill>
            <a:schemeClr val="tx1"/>
          </a:solidFill>
          <a:latin typeface="+mn-lt"/>
          <a:ea typeface="+mn-ea"/>
          <a:cs typeface="+mn-cs"/>
        </a:defRPr>
      </a:lvl1pPr>
      <a:lvl2pPr marL="521962" indent="-173987" algn="l" defTabSz="695950" rtl="0" eaLnBrk="1" latinLnBrk="0" hangingPunct="1">
        <a:lnSpc>
          <a:spcPct val="90000"/>
        </a:lnSpc>
        <a:spcBef>
          <a:spcPts val="381"/>
        </a:spcBef>
        <a:buFont typeface="Arial" panose="020B0604020202020204" pitchFamily="34" charset="0"/>
        <a:buChar char="•"/>
        <a:defRPr sz="1827" kern="1200">
          <a:solidFill>
            <a:schemeClr val="tx1"/>
          </a:solidFill>
          <a:latin typeface="+mn-lt"/>
          <a:ea typeface="+mn-ea"/>
          <a:cs typeface="+mn-cs"/>
        </a:defRPr>
      </a:lvl2pPr>
      <a:lvl3pPr marL="869937" indent="-173987" algn="l" defTabSz="695950" rtl="0" eaLnBrk="1" latinLnBrk="0" hangingPunct="1">
        <a:lnSpc>
          <a:spcPct val="90000"/>
        </a:lnSpc>
        <a:spcBef>
          <a:spcPts val="381"/>
        </a:spcBef>
        <a:buFont typeface="Arial" panose="020B0604020202020204" pitchFamily="34" charset="0"/>
        <a:buChar char="•"/>
        <a:defRPr sz="1522" kern="1200">
          <a:solidFill>
            <a:schemeClr val="tx1"/>
          </a:solidFill>
          <a:latin typeface="+mn-lt"/>
          <a:ea typeface="+mn-ea"/>
          <a:cs typeface="+mn-cs"/>
        </a:defRPr>
      </a:lvl3pPr>
      <a:lvl4pPr marL="1217912" indent="-173987" algn="l" defTabSz="695950" rtl="0" eaLnBrk="1" latinLnBrk="0" hangingPunct="1">
        <a:lnSpc>
          <a:spcPct val="90000"/>
        </a:lnSpc>
        <a:spcBef>
          <a:spcPts val="381"/>
        </a:spcBef>
        <a:buFont typeface="Arial" panose="020B0604020202020204" pitchFamily="34" charset="0"/>
        <a:buChar char="•"/>
        <a:defRPr sz="1370" kern="1200">
          <a:solidFill>
            <a:schemeClr val="tx1"/>
          </a:solidFill>
          <a:latin typeface="+mn-lt"/>
          <a:ea typeface="+mn-ea"/>
          <a:cs typeface="+mn-cs"/>
        </a:defRPr>
      </a:lvl4pPr>
      <a:lvl5pPr marL="1565887" indent="-173987" algn="l" defTabSz="695950" rtl="0" eaLnBrk="1" latinLnBrk="0" hangingPunct="1">
        <a:lnSpc>
          <a:spcPct val="90000"/>
        </a:lnSpc>
        <a:spcBef>
          <a:spcPts val="381"/>
        </a:spcBef>
        <a:buFont typeface="Arial" panose="020B0604020202020204" pitchFamily="34" charset="0"/>
        <a:buChar char="•"/>
        <a:defRPr sz="1370" kern="1200">
          <a:solidFill>
            <a:schemeClr val="tx1"/>
          </a:solidFill>
          <a:latin typeface="+mn-lt"/>
          <a:ea typeface="+mn-ea"/>
          <a:cs typeface="+mn-cs"/>
        </a:defRPr>
      </a:lvl5pPr>
      <a:lvl6pPr marL="1913862" indent="-173987" algn="l" defTabSz="695950" rtl="0" eaLnBrk="1" latinLnBrk="0" hangingPunct="1">
        <a:lnSpc>
          <a:spcPct val="90000"/>
        </a:lnSpc>
        <a:spcBef>
          <a:spcPts val="381"/>
        </a:spcBef>
        <a:buFont typeface="Arial" panose="020B0604020202020204" pitchFamily="34" charset="0"/>
        <a:buChar char="•"/>
        <a:defRPr sz="1370" kern="1200">
          <a:solidFill>
            <a:schemeClr val="tx1"/>
          </a:solidFill>
          <a:latin typeface="+mn-lt"/>
          <a:ea typeface="+mn-ea"/>
          <a:cs typeface="+mn-cs"/>
        </a:defRPr>
      </a:lvl6pPr>
      <a:lvl7pPr marL="2261837" indent="-173987" algn="l" defTabSz="695950" rtl="0" eaLnBrk="1" latinLnBrk="0" hangingPunct="1">
        <a:lnSpc>
          <a:spcPct val="90000"/>
        </a:lnSpc>
        <a:spcBef>
          <a:spcPts val="381"/>
        </a:spcBef>
        <a:buFont typeface="Arial" panose="020B0604020202020204" pitchFamily="34" charset="0"/>
        <a:buChar char="•"/>
        <a:defRPr sz="1370" kern="1200">
          <a:solidFill>
            <a:schemeClr val="tx1"/>
          </a:solidFill>
          <a:latin typeface="+mn-lt"/>
          <a:ea typeface="+mn-ea"/>
          <a:cs typeface="+mn-cs"/>
        </a:defRPr>
      </a:lvl7pPr>
      <a:lvl8pPr marL="2609812" indent="-173987" algn="l" defTabSz="695950" rtl="0" eaLnBrk="1" latinLnBrk="0" hangingPunct="1">
        <a:lnSpc>
          <a:spcPct val="90000"/>
        </a:lnSpc>
        <a:spcBef>
          <a:spcPts val="381"/>
        </a:spcBef>
        <a:buFont typeface="Arial" panose="020B0604020202020204" pitchFamily="34" charset="0"/>
        <a:buChar char="•"/>
        <a:defRPr sz="1370" kern="1200">
          <a:solidFill>
            <a:schemeClr val="tx1"/>
          </a:solidFill>
          <a:latin typeface="+mn-lt"/>
          <a:ea typeface="+mn-ea"/>
          <a:cs typeface="+mn-cs"/>
        </a:defRPr>
      </a:lvl8pPr>
      <a:lvl9pPr marL="2957787" indent="-173987" algn="l" defTabSz="695950" rtl="0" eaLnBrk="1" latinLnBrk="0" hangingPunct="1">
        <a:lnSpc>
          <a:spcPct val="90000"/>
        </a:lnSpc>
        <a:spcBef>
          <a:spcPts val="381"/>
        </a:spcBef>
        <a:buFont typeface="Arial" panose="020B0604020202020204" pitchFamily="34" charset="0"/>
        <a:buChar char="•"/>
        <a:defRPr sz="137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95950" rtl="0" eaLnBrk="1" latinLnBrk="0" hangingPunct="1">
        <a:defRPr sz="1370" kern="1200">
          <a:solidFill>
            <a:schemeClr val="tx1"/>
          </a:solidFill>
          <a:latin typeface="+mn-lt"/>
          <a:ea typeface="+mn-ea"/>
          <a:cs typeface="+mn-cs"/>
        </a:defRPr>
      </a:lvl1pPr>
      <a:lvl2pPr marL="347975" algn="l" defTabSz="695950" rtl="0" eaLnBrk="1" latinLnBrk="0" hangingPunct="1">
        <a:defRPr sz="1370" kern="1200">
          <a:solidFill>
            <a:schemeClr val="tx1"/>
          </a:solidFill>
          <a:latin typeface="+mn-lt"/>
          <a:ea typeface="+mn-ea"/>
          <a:cs typeface="+mn-cs"/>
        </a:defRPr>
      </a:lvl2pPr>
      <a:lvl3pPr marL="695950" algn="l" defTabSz="695950" rtl="0" eaLnBrk="1" latinLnBrk="0" hangingPunct="1">
        <a:defRPr sz="1370" kern="1200">
          <a:solidFill>
            <a:schemeClr val="tx1"/>
          </a:solidFill>
          <a:latin typeface="+mn-lt"/>
          <a:ea typeface="+mn-ea"/>
          <a:cs typeface="+mn-cs"/>
        </a:defRPr>
      </a:lvl3pPr>
      <a:lvl4pPr marL="1043925" algn="l" defTabSz="695950" rtl="0" eaLnBrk="1" latinLnBrk="0" hangingPunct="1">
        <a:defRPr sz="1370" kern="1200">
          <a:solidFill>
            <a:schemeClr val="tx1"/>
          </a:solidFill>
          <a:latin typeface="+mn-lt"/>
          <a:ea typeface="+mn-ea"/>
          <a:cs typeface="+mn-cs"/>
        </a:defRPr>
      </a:lvl4pPr>
      <a:lvl5pPr marL="1391900" algn="l" defTabSz="695950" rtl="0" eaLnBrk="1" latinLnBrk="0" hangingPunct="1">
        <a:defRPr sz="1370" kern="1200">
          <a:solidFill>
            <a:schemeClr val="tx1"/>
          </a:solidFill>
          <a:latin typeface="+mn-lt"/>
          <a:ea typeface="+mn-ea"/>
          <a:cs typeface="+mn-cs"/>
        </a:defRPr>
      </a:lvl5pPr>
      <a:lvl6pPr marL="1739875" algn="l" defTabSz="695950" rtl="0" eaLnBrk="1" latinLnBrk="0" hangingPunct="1">
        <a:defRPr sz="1370" kern="1200">
          <a:solidFill>
            <a:schemeClr val="tx1"/>
          </a:solidFill>
          <a:latin typeface="+mn-lt"/>
          <a:ea typeface="+mn-ea"/>
          <a:cs typeface="+mn-cs"/>
        </a:defRPr>
      </a:lvl6pPr>
      <a:lvl7pPr marL="2087850" algn="l" defTabSz="695950" rtl="0" eaLnBrk="1" latinLnBrk="0" hangingPunct="1">
        <a:defRPr sz="1370" kern="1200">
          <a:solidFill>
            <a:schemeClr val="tx1"/>
          </a:solidFill>
          <a:latin typeface="+mn-lt"/>
          <a:ea typeface="+mn-ea"/>
          <a:cs typeface="+mn-cs"/>
        </a:defRPr>
      </a:lvl7pPr>
      <a:lvl8pPr marL="2435824" algn="l" defTabSz="695950" rtl="0" eaLnBrk="1" latinLnBrk="0" hangingPunct="1">
        <a:defRPr sz="1370" kern="1200">
          <a:solidFill>
            <a:schemeClr val="tx1"/>
          </a:solidFill>
          <a:latin typeface="+mn-lt"/>
          <a:ea typeface="+mn-ea"/>
          <a:cs typeface="+mn-cs"/>
        </a:defRPr>
      </a:lvl8pPr>
      <a:lvl9pPr marL="2783799" algn="l" defTabSz="695950" rtl="0" eaLnBrk="1" latinLnBrk="0" hangingPunct="1">
        <a:defRPr sz="137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组合 38">
            <a:extLst>
              <a:ext uri="{FF2B5EF4-FFF2-40B4-BE49-F238E27FC236}">
                <a16:creationId xmlns:a16="http://schemas.microsoft.com/office/drawing/2014/main" id="{3F099CC3-A53C-2639-FB84-1DCB1F91E627}"/>
              </a:ext>
            </a:extLst>
          </p:cNvPr>
          <p:cNvGrpSpPr/>
          <p:nvPr/>
        </p:nvGrpSpPr>
        <p:grpSpPr>
          <a:xfrm>
            <a:off x="512762" y="434148"/>
            <a:ext cx="10134601" cy="4351405"/>
            <a:chOff x="-145824" y="-138666"/>
            <a:chExt cx="10134601" cy="4351405"/>
          </a:xfrm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4CFDA1F7-BC02-BDE5-3EB3-3D13BC914EAE}"/>
                </a:ext>
              </a:extLst>
            </p:cNvPr>
            <p:cNvSpPr/>
            <p:nvPr/>
          </p:nvSpPr>
          <p:spPr>
            <a:xfrm>
              <a:off x="204062" y="620850"/>
              <a:ext cx="2520000" cy="720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高精度计时与采样</a:t>
              </a:r>
            </a:p>
            <a:p>
              <a:pPr lvl="1" algn="ctr"/>
              <a:r>
                <a:rPr lang="zh-CN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本地耗时 </a:t>
              </a:r>
              <a:r>
                <a:rPr lang="en-US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/ </a:t>
              </a:r>
              <a:r>
                <a:rPr lang="zh-CN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网络</a:t>
              </a:r>
              <a:r>
                <a:rPr lang="en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RTT</a:t>
              </a: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9760C406-F772-F8EC-F836-5B43F8FF65C7}"/>
                </a:ext>
              </a:extLst>
            </p:cNvPr>
            <p:cNvSpPr/>
            <p:nvPr/>
          </p:nvSpPr>
          <p:spPr>
            <a:xfrm>
              <a:off x="3444062" y="620850"/>
              <a:ext cx="2520000" cy="720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统计显著性分析</a:t>
              </a:r>
            </a:p>
            <a:p>
              <a:pPr algn="ctr"/>
              <a:r>
                <a:rPr lang="zh-CN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效应量与置信区间</a:t>
              </a: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01EC7775-BCEB-CB01-D515-D034086DC53A}"/>
                </a:ext>
              </a:extLst>
            </p:cNvPr>
            <p:cNvSpPr/>
            <p:nvPr/>
          </p:nvSpPr>
          <p:spPr>
            <a:xfrm>
              <a:off x="204062" y="1658513"/>
              <a:ext cx="2520000" cy="720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函数级插桩</a:t>
              </a:r>
            </a:p>
            <a:p>
              <a:pPr lvl="1" algn="ctr"/>
              <a:r>
                <a:rPr lang="zh-CN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函数耗时与调用关系</a:t>
              </a: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FE8F3EB1-9E27-71B8-9FEA-33A04FED6020}"/>
                </a:ext>
              </a:extLst>
            </p:cNvPr>
            <p:cNvSpPr/>
            <p:nvPr/>
          </p:nvSpPr>
          <p:spPr>
            <a:xfrm>
              <a:off x="7370657" y="632361"/>
              <a:ext cx="2520000" cy="7200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网络噪声环境</a:t>
              </a:r>
            </a:p>
            <a:p>
              <a:pPr algn="ctr"/>
              <a:r>
                <a:rPr lang="en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RTT / </a:t>
              </a:r>
              <a:r>
                <a:rPr lang="zh-CN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抖动</a:t>
              </a:r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6B162794-B2E0-557F-B7CA-BECC6171201A}"/>
                </a:ext>
              </a:extLst>
            </p:cNvPr>
            <p:cNvSpPr/>
            <p:nvPr/>
          </p:nvSpPr>
          <p:spPr>
            <a:xfrm>
              <a:off x="3444062" y="1658513"/>
              <a:ext cx="2520000" cy="72000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自动化定位</a:t>
              </a:r>
            </a:p>
            <a:p>
              <a:pPr algn="ctr"/>
              <a:r>
                <a:rPr lang="zh-CN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候选排序与产物核查</a:t>
              </a:r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5E90F125-4717-0B30-1F4E-BEA9077CC83A}"/>
                </a:ext>
              </a:extLst>
            </p:cNvPr>
            <p:cNvSpPr/>
            <p:nvPr/>
          </p:nvSpPr>
          <p:spPr>
            <a:xfrm>
              <a:off x="7370657" y="2616212"/>
              <a:ext cx="2520000" cy="7200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不同处理器平台</a:t>
              </a:r>
            </a:p>
            <a:p>
              <a:pPr lvl="1" algn="ctr"/>
              <a:r>
                <a:rPr lang="en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x86_64 / ARM64</a:t>
              </a:r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2B77FF9F-DD98-1A42-3FB0-1D56FA317B16}"/>
                </a:ext>
              </a:extLst>
            </p:cNvPr>
            <p:cNvSpPr/>
            <p:nvPr/>
          </p:nvSpPr>
          <p:spPr>
            <a:xfrm>
              <a:off x="7370657" y="1658513"/>
              <a:ext cx="2520000" cy="7200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编译器优化影响</a:t>
              </a:r>
            </a:p>
            <a:p>
              <a:pPr algn="ctr"/>
              <a:r>
                <a:rPr lang="en" altLang="zh-CN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GCC / Clang</a:t>
              </a:r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id="{4277F851-F877-16FA-D293-F444C6BA2776}"/>
                </a:ext>
              </a:extLst>
            </p:cNvPr>
            <p:cNvSpPr/>
            <p:nvPr/>
          </p:nvSpPr>
          <p:spPr>
            <a:xfrm>
              <a:off x="2184062" y="2613031"/>
              <a:ext cx="3600000" cy="720000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952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常数时间防护与复测</a:t>
              </a:r>
            </a:p>
            <a:p>
              <a:pPr algn="ctr"/>
              <a:r>
                <a:rPr lang="zh-CN" altLang="en-US" sz="16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功能等价与差异衰减</a:t>
              </a:r>
            </a:p>
          </p:txBody>
        </p:sp>
        <p:cxnSp>
          <p:nvCxnSpPr>
            <p:cNvPr id="24" name="直线箭头连接符 23">
              <a:extLst>
                <a:ext uri="{FF2B5EF4-FFF2-40B4-BE49-F238E27FC236}">
                  <a16:creationId xmlns:a16="http://schemas.microsoft.com/office/drawing/2014/main" id="{58174E51-7454-568A-D0A1-0106942FC773}"/>
                </a:ext>
              </a:extLst>
            </p:cNvPr>
            <p:cNvCxnSpPr>
              <a:stCxn id="15" idx="3"/>
              <a:endCxn id="16" idx="1"/>
            </p:cNvCxnSpPr>
            <p:nvPr/>
          </p:nvCxnSpPr>
          <p:spPr>
            <a:xfrm>
              <a:off x="2724062" y="980850"/>
              <a:ext cx="720000" cy="0"/>
            </a:xfrm>
            <a:prstGeom prst="straightConnector1">
              <a:avLst/>
            </a:prstGeom>
            <a:ln w="19050"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线箭头连接符 27">
              <a:extLst>
                <a:ext uri="{FF2B5EF4-FFF2-40B4-BE49-F238E27FC236}">
                  <a16:creationId xmlns:a16="http://schemas.microsoft.com/office/drawing/2014/main" id="{93C09085-1B8A-9B54-24A3-F6E29E1D3A0E}"/>
                </a:ext>
              </a:extLst>
            </p:cNvPr>
            <p:cNvCxnSpPr>
              <a:stCxn id="16" idx="2"/>
              <a:endCxn id="19" idx="0"/>
            </p:cNvCxnSpPr>
            <p:nvPr/>
          </p:nvCxnSpPr>
          <p:spPr>
            <a:xfrm>
              <a:off x="4704062" y="1340851"/>
              <a:ext cx="0" cy="317663"/>
            </a:xfrm>
            <a:prstGeom prst="straightConnector1">
              <a:avLst/>
            </a:prstGeom>
            <a:ln w="19050"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线箭头连接符 29">
              <a:extLst>
                <a:ext uri="{FF2B5EF4-FFF2-40B4-BE49-F238E27FC236}">
                  <a16:creationId xmlns:a16="http://schemas.microsoft.com/office/drawing/2014/main" id="{89081E33-0F25-3E8E-433D-5DA0A198AEBB}"/>
                </a:ext>
              </a:extLst>
            </p:cNvPr>
            <p:cNvCxnSpPr>
              <a:stCxn id="15" idx="2"/>
              <a:endCxn id="17" idx="0"/>
            </p:cNvCxnSpPr>
            <p:nvPr/>
          </p:nvCxnSpPr>
          <p:spPr>
            <a:xfrm>
              <a:off x="1464062" y="1340851"/>
              <a:ext cx="0" cy="317663"/>
            </a:xfrm>
            <a:prstGeom prst="straightConnector1">
              <a:avLst/>
            </a:prstGeom>
            <a:ln w="19050"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6314B084-5E32-002F-4FF5-527F9CA680AE}"/>
                </a:ext>
              </a:extLst>
            </p:cNvPr>
            <p:cNvSpPr txBox="1"/>
            <p:nvPr/>
          </p:nvSpPr>
          <p:spPr>
            <a:xfrm>
              <a:off x="430360" y="-138666"/>
              <a:ext cx="5353702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" altLang="zh-CN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ML-KEM-768 </a:t>
              </a:r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解封装</a:t>
              </a:r>
            </a:p>
            <a:p>
              <a:pPr algn="ctr"/>
              <a:endParaRPr kumimoji="1" lang="zh-CN" altLang="en-US" sz="20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B3F230EF-0260-CFA9-6BE9-CD069F1ADBEF}"/>
                </a:ext>
              </a:extLst>
            </p:cNvPr>
            <p:cNvSpPr txBox="1"/>
            <p:nvPr/>
          </p:nvSpPr>
          <p:spPr>
            <a:xfrm>
              <a:off x="7370657" y="-120880"/>
              <a:ext cx="25200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跨环境验证</a:t>
              </a:r>
            </a:p>
          </p:txBody>
        </p:sp>
        <p:cxnSp>
          <p:nvCxnSpPr>
            <p:cNvPr id="3" name="直线箭头连接符 2">
              <a:extLst>
                <a:ext uri="{FF2B5EF4-FFF2-40B4-BE49-F238E27FC236}">
                  <a16:creationId xmlns:a16="http://schemas.microsoft.com/office/drawing/2014/main" id="{DAAD7D48-A4AC-2362-0787-B0FE8024D955}"/>
                </a:ext>
              </a:extLst>
            </p:cNvPr>
            <p:cNvCxnSpPr>
              <a:stCxn id="17" idx="3"/>
              <a:endCxn id="19" idx="1"/>
            </p:cNvCxnSpPr>
            <p:nvPr/>
          </p:nvCxnSpPr>
          <p:spPr>
            <a:xfrm>
              <a:off x="2724062" y="2018513"/>
              <a:ext cx="720000" cy="0"/>
            </a:xfrm>
            <a:prstGeom prst="straightConnector1">
              <a:avLst/>
            </a:prstGeom>
            <a:ln w="19050"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直线箭头连接符 4">
              <a:extLst>
                <a:ext uri="{FF2B5EF4-FFF2-40B4-BE49-F238E27FC236}">
                  <a16:creationId xmlns:a16="http://schemas.microsoft.com/office/drawing/2014/main" id="{59C6CB73-B5B2-0E8E-7BAB-8C205BC7EB7F}"/>
                </a:ext>
              </a:extLst>
            </p:cNvPr>
            <p:cNvCxnSpPr>
              <a:stCxn id="19" idx="2"/>
            </p:cNvCxnSpPr>
            <p:nvPr/>
          </p:nvCxnSpPr>
          <p:spPr>
            <a:xfrm>
              <a:off x="4704062" y="2378514"/>
              <a:ext cx="0" cy="231337"/>
            </a:xfrm>
            <a:prstGeom prst="straightConnector1">
              <a:avLst/>
            </a:prstGeom>
            <a:ln w="19050"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线连接符 6">
              <a:extLst>
                <a:ext uri="{FF2B5EF4-FFF2-40B4-BE49-F238E27FC236}">
                  <a16:creationId xmlns:a16="http://schemas.microsoft.com/office/drawing/2014/main" id="{5B85CECC-FF1F-531D-905D-83553C10BB0B}"/>
                </a:ext>
              </a:extLst>
            </p:cNvPr>
            <p:cNvCxnSpPr>
              <a:stCxn id="22" idx="1"/>
            </p:cNvCxnSpPr>
            <p:nvPr/>
          </p:nvCxnSpPr>
          <p:spPr>
            <a:xfrm flipH="1" flipV="1">
              <a:off x="-145824" y="2969079"/>
              <a:ext cx="2329886" cy="3952"/>
            </a:xfrm>
            <a:prstGeom prst="line">
              <a:avLst/>
            </a:prstGeom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线连接符 8">
              <a:extLst>
                <a:ext uri="{FF2B5EF4-FFF2-40B4-BE49-F238E27FC236}">
                  <a16:creationId xmlns:a16="http://schemas.microsoft.com/office/drawing/2014/main" id="{901DE70F-BFB8-5D47-71C2-ABF8D02B349E}"/>
                </a:ext>
              </a:extLst>
            </p:cNvPr>
            <p:cNvCxnSpPr/>
            <p:nvPr/>
          </p:nvCxnSpPr>
          <p:spPr>
            <a:xfrm flipV="1">
              <a:off x="-145824" y="980851"/>
              <a:ext cx="0" cy="1988229"/>
            </a:xfrm>
            <a:prstGeom prst="line">
              <a:avLst/>
            </a:prstGeom>
            <a:ln w="1905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线箭头连接符 10">
              <a:extLst>
                <a:ext uri="{FF2B5EF4-FFF2-40B4-BE49-F238E27FC236}">
                  <a16:creationId xmlns:a16="http://schemas.microsoft.com/office/drawing/2014/main" id="{3C2369F1-F42E-1753-F970-1DAC5BFEB3BA}"/>
                </a:ext>
              </a:extLst>
            </p:cNvPr>
            <p:cNvCxnSpPr>
              <a:endCxn id="15" idx="1"/>
            </p:cNvCxnSpPr>
            <p:nvPr/>
          </p:nvCxnSpPr>
          <p:spPr>
            <a:xfrm>
              <a:off x="-145824" y="980850"/>
              <a:ext cx="349886" cy="0"/>
            </a:xfrm>
            <a:prstGeom prst="straightConnector1">
              <a:avLst/>
            </a:prstGeom>
            <a:ln w="19050">
              <a:solidFill>
                <a:schemeClr val="tx1">
                  <a:lumMod val="65000"/>
                  <a:lumOff val="3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线连接符 12">
              <a:extLst>
                <a:ext uri="{FF2B5EF4-FFF2-40B4-BE49-F238E27FC236}">
                  <a16:creationId xmlns:a16="http://schemas.microsoft.com/office/drawing/2014/main" id="{98A20433-29BE-52E2-20AF-1B940B709199}"/>
                </a:ext>
              </a:extLst>
            </p:cNvPr>
            <p:cNvCxnSpPr>
              <a:stCxn id="18" idx="1"/>
            </p:cNvCxnSpPr>
            <p:nvPr/>
          </p:nvCxnSpPr>
          <p:spPr>
            <a:xfrm flipH="1" flipV="1">
              <a:off x="6744833" y="980851"/>
              <a:ext cx="625824" cy="11511"/>
            </a:xfrm>
            <a:prstGeom prst="line">
              <a:avLst/>
            </a:prstGeom>
            <a:ln w="19050"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线连接符 22">
              <a:extLst>
                <a:ext uri="{FF2B5EF4-FFF2-40B4-BE49-F238E27FC236}">
                  <a16:creationId xmlns:a16="http://schemas.microsoft.com/office/drawing/2014/main" id="{F890A0C5-961D-06CA-D180-CB4A4753ED49}"/>
                </a:ext>
              </a:extLst>
            </p:cNvPr>
            <p:cNvCxnSpPr>
              <a:stCxn id="21" idx="1"/>
            </p:cNvCxnSpPr>
            <p:nvPr/>
          </p:nvCxnSpPr>
          <p:spPr>
            <a:xfrm flipH="1">
              <a:off x="6744833" y="2018513"/>
              <a:ext cx="625824" cy="0"/>
            </a:xfrm>
            <a:prstGeom prst="line">
              <a:avLst/>
            </a:prstGeom>
            <a:ln w="19050"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线连接符 26">
              <a:extLst>
                <a:ext uri="{FF2B5EF4-FFF2-40B4-BE49-F238E27FC236}">
                  <a16:creationId xmlns:a16="http://schemas.microsoft.com/office/drawing/2014/main" id="{AAAABFBB-B048-6DFB-A583-7D362C63CE29}"/>
                </a:ext>
              </a:extLst>
            </p:cNvPr>
            <p:cNvCxnSpPr>
              <a:stCxn id="20" idx="1"/>
            </p:cNvCxnSpPr>
            <p:nvPr/>
          </p:nvCxnSpPr>
          <p:spPr>
            <a:xfrm flipH="1" flipV="1">
              <a:off x="6744833" y="2969080"/>
              <a:ext cx="625824" cy="7133"/>
            </a:xfrm>
            <a:prstGeom prst="line">
              <a:avLst/>
            </a:prstGeom>
            <a:ln w="19050"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线连接符 30">
              <a:extLst>
                <a:ext uri="{FF2B5EF4-FFF2-40B4-BE49-F238E27FC236}">
                  <a16:creationId xmlns:a16="http://schemas.microsoft.com/office/drawing/2014/main" id="{1D04FF7E-D769-0A4C-2475-73C2D7CF611D}"/>
                </a:ext>
              </a:extLst>
            </p:cNvPr>
            <p:cNvCxnSpPr/>
            <p:nvPr/>
          </p:nvCxnSpPr>
          <p:spPr>
            <a:xfrm>
              <a:off x="6744833" y="410937"/>
              <a:ext cx="0" cy="2558143"/>
            </a:xfrm>
            <a:prstGeom prst="line">
              <a:avLst/>
            </a:prstGeom>
            <a:ln w="19050"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线连接符 32">
              <a:extLst>
                <a:ext uri="{FF2B5EF4-FFF2-40B4-BE49-F238E27FC236}">
                  <a16:creationId xmlns:a16="http://schemas.microsoft.com/office/drawing/2014/main" id="{1AE7FC82-2DAE-557E-9F42-6E19C11D082A}"/>
                </a:ext>
              </a:extLst>
            </p:cNvPr>
            <p:cNvCxnSpPr/>
            <p:nvPr/>
          </p:nvCxnSpPr>
          <p:spPr>
            <a:xfrm flipH="1">
              <a:off x="1464063" y="410936"/>
              <a:ext cx="5280771" cy="0"/>
            </a:xfrm>
            <a:prstGeom prst="line">
              <a:avLst/>
            </a:prstGeom>
            <a:ln w="19050"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线箭头连接符 34">
              <a:extLst>
                <a:ext uri="{FF2B5EF4-FFF2-40B4-BE49-F238E27FC236}">
                  <a16:creationId xmlns:a16="http://schemas.microsoft.com/office/drawing/2014/main" id="{26334BD2-2969-492E-48D0-61DB6F02C6F3}"/>
                </a:ext>
              </a:extLst>
            </p:cNvPr>
            <p:cNvCxnSpPr>
              <a:endCxn id="15" idx="0"/>
            </p:cNvCxnSpPr>
            <p:nvPr/>
          </p:nvCxnSpPr>
          <p:spPr>
            <a:xfrm>
              <a:off x="1464062" y="410936"/>
              <a:ext cx="0" cy="209914"/>
            </a:xfrm>
            <a:prstGeom prst="straightConnector1">
              <a:avLst/>
            </a:prstGeom>
            <a:ln w="19050">
              <a:prstDash val="dash"/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C5813193-DE2D-7A08-E023-05B8704FBB92}"/>
                </a:ext>
              </a:extLst>
            </p:cNvPr>
            <p:cNvSpPr txBox="1"/>
            <p:nvPr/>
          </p:nvSpPr>
          <p:spPr>
            <a:xfrm>
              <a:off x="4306433" y="138794"/>
              <a:ext cx="23622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600" dirty="0">
                  <a:latin typeface="Times New Roman" panose="02020603050405020304" pitchFamily="18" charset="0"/>
                  <a:ea typeface="宋体" panose="02010600030101010101" pitchFamily="2" charset="-122"/>
                </a:rPr>
                <a:t>改变条件并复测</a:t>
              </a:r>
            </a:p>
            <a:p>
              <a:pPr algn="ctr"/>
              <a:endParaRPr kumimoji="1" lang="zh-CN" altLang="en-US" sz="1600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6C3E3610-13C8-8D69-4379-2DA9370C7E54}"/>
                </a:ext>
              </a:extLst>
            </p:cNvPr>
            <p:cNvSpPr txBox="1"/>
            <p:nvPr/>
          </p:nvSpPr>
          <p:spPr>
            <a:xfrm>
              <a:off x="1280206" y="3643993"/>
              <a:ext cx="429985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(a) </a:t>
              </a:r>
              <a:r>
                <a: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rPr>
                <a:t>检测与防护闭环</a:t>
              </a:r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98ADF76A-E19B-F49D-B962-C03918918CAA}"/>
                </a:ext>
              </a:extLst>
            </p:cNvPr>
            <p:cNvSpPr txBox="1"/>
            <p:nvPr/>
          </p:nvSpPr>
          <p:spPr>
            <a:xfrm>
              <a:off x="7370658" y="3643994"/>
              <a:ext cx="2618119" cy="5687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" altLang="zh-CN" dirty="0">
                  <a:latin typeface="Times New Roman" panose="02020603050405020304" pitchFamily="18" charset="0"/>
                  <a:ea typeface="宋体" panose="02010600030101010101" pitchFamily="2" charset="-122"/>
                </a:rPr>
                <a:t>(b) </a:t>
              </a:r>
              <a:r>
                <a:rPr lang="zh-CN" altLang="en-US" dirty="0">
                  <a:latin typeface="Times New Roman" panose="02020603050405020304" pitchFamily="18" charset="0"/>
                  <a:ea typeface="宋体" panose="02010600030101010101" pitchFamily="2" charset="-122"/>
                </a:rPr>
                <a:t>多维条件验证</a:t>
              </a:r>
            </a:p>
            <a:p>
              <a:pPr algn="ctr"/>
              <a:endParaRPr kumimoji="1" lang="zh-CN" altLang="en-US" dirty="0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194608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91</TotalTime>
  <Words>88</Words>
  <Application>Microsoft Macintosh PowerPoint</Application>
  <PresentationFormat>自定义</PresentationFormat>
  <Paragraphs>22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等线</vt:lpstr>
      <vt:lpstr>Aptos</vt:lpstr>
      <vt:lpstr>Aptos Display</vt:lpstr>
      <vt:lpstr>Arial</vt:lpstr>
      <vt:lpstr>Times New Roman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a62374</dc:creator>
  <cp:lastModifiedBy>a62374</cp:lastModifiedBy>
  <cp:revision>16</cp:revision>
  <dcterms:created xsi:type="dcterms:W3CDTF">2026-10-11T03:51:53Z</dcterms:created>
  <dcterms:modified xsi:type="dcterms:W3CDTF">2026-10-11T05:24:21Z</dcterms:modified>
</cp:coreProperties>
</file>